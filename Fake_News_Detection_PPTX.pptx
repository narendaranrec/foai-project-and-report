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66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AI Based Fake News Detection System  ·  Foundations of AI  |  Project Review 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AI Based Fake News Detection System  ·  Foundations of AI  |  Project Review 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PROJECT REVIEW – 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Based Fake News Detection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2"/>
                </a:solidFill>
              </a:rPr>
              <a:t>Classifying news as real or fake using NLP and machine learning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Text Preprocessing  ·  TF-IDF  ·  Naive Bayes  ·  Logistic Regression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Applying supervised learning and natural language processing to flag misleading news with a confidence score.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983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smtClean="0">
                <a:solidFill>
                  <a:schemeClr val="bg1"/>
                </a:solidFill>
              </a:rPr>
              <a:t>LOGESHWARAN S   </a:t>
            </a:r>
            <a:r>
              <a:rPr lang="en-US" sz="1300" dirty="0">
                <a:solidFill>
                  <a:schemeClr val="bg1"/>
                </a:solidFill>
              </a:rPr>
              <a:t>–   </a:t>
            </a:r>
            <a:r>
              <a:rPr lang="en-US" sz="1300" dirty="0" smtClean="0">
                <a:solidFill>
                  <a:schemeClr val="bg1"/>
                </a:solidFill>
              </a:rPr>
              <a:t>240701291</a:t>
            </a:r>
          </a:p>
          <a:p>
            <a:pPr marL="0" indent="0">
              <a:buNone/>
            </a:pPr>
            <a:r>
              <a:rPr lang="en-US" sz="1300" dirty="0" smtClean="0">
                <a:solidFill>
                  <a:schemeClr val="bg1"/>
                </a:solidFill>
              </a:rPr>
              <a:t>NARENDARAN K     -     240701624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Foundations of Artificial Intelligence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8778240" y="1188720"/>
            <a:ext cx="2103120" cy="2743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1463040"/>
            <a:ext cx="914400" cy="128016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692640" y="1188720"/>
            <a:ext cx="1188720" cy="15544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0" y="1188720"/>
            <a:ext cx="365760" cy="21031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2743200"/>
            <a:ext cx="1554480" cy="5486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686800" y="2743200"/>
            <a:ext cx="1005840" cy="14630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2743200"/>
            <a:ext cx="640080" cy="20116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332720" y="3291840"/>
            <a:ext cx="914400" cy="14630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4206240"/>
            <a:ext cx="1645920" cy="5486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4754880"/>
            <a:ext cx="822960" cy="10058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9144000" y="4754880"/>
            <a:ext cx="1188720" cy="10972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206240"/>
            <a:ext cx="457200" cy="16459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133502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53344" y="1060704"/>
            <a:ext cx="256032" cy="2560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64624" y="2615184"/>
            <a:ext cx="256032" cy="2560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19104" y="316382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8784" y="4078224"/>
            <a:ext cx="256032" cy="2560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04704" y="4626864"/>
            <a:ext cx="256032" cy="2560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563270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15984" y="5724144"/>
            <a:ext cx="256032" cy="2560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01 · ABSTRACT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What the system does, and what the AI has to learn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83680" cy="4434840"/>
          </a:xfrm>
          <a:prstGeom prst="roundRect">
            <a:avLst>
              <a:gd name="adj" fmla="val 16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bg1"/>
                </a:solidFill>
              </a:rPr>
              <a:t>THE SYSTEM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The AI Based Fake News Detection System reads a news headline or article and predicts whether it is real or fake. It learns writing patterns from thousands of labeled articles, then gives a confidence score for any new text a user enters.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KEY CONCEPTS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4389120"/>
            <a:ext cx="27432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Text Preprocessing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4389120"/>
            <a:ext cx="27432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TF-IDF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937760"/>
            <a:ext cx="27432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937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Supervised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4937760"/>
            <a:ext cx="27432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4760" y="4937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Naive Bayes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5486400"/>
            <a:ext cx="27432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486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Classification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94760" y="5486400"/>
            <a:ext cx="27432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5486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Evaluation Metrics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1691640"/>
            <a:ext cx="4206240" cy="13716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874520"/>
            <a:ext cx="64008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INPUT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21945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news headline or full article pasted by the user.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06640" y="3246120"/>
            <a:ext cx="4206240" cy="13716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3429000"/>
            <a:ext cx="64008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PROCESS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37490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Clean the text, convert it to TF-IDF numbers, run the classifier.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4800600"/>
            <a:ext cx="4206240" cy="13716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4983480"/>
            <a:ext cx="64008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4983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5303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Real or Fake label with a confidence percentage.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02 · 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Fake News Needs an Automated Check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Manual checking alone cannot keep up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PROBLEM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128016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Fake news spreads quickly and is hard to verify by hand.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28016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7614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Fact-checkers cannot review the huge volume of online content.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128016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41985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Readers need a fast first signal on whether an article looks reliable.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51376"/>
            <a:ext cx="128016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782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Simple keyword filters are easy to fool, so the system must learn from labeled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09744"/>
            <a:ext cx="128016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73659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model must be fast, measurable and easy to explain.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4663440" cy="36576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AI CHALLENGE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224028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accent5"/>
                </a:solidFill>
              </a:rPr>
              <a:t>Collect News Text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0" y="2852928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28529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accent5"/>
                </a:solidFill>
              </a:rPr>
              <a:t>Clean and Preprocess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0" y="3465576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3465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accent5"/>
                </a:solidFill>
              </a:rPr>
              <a:t>Extract TF-IDF Features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0" y="4078224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40782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accent5"/>
                </a:solidFill>
              </a:rPr>
              <a:t>Classify Real or Fake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0" y="4690872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46908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accent5"/>
                </a:solidFill>
              </a:rPr>
              <a:t>Report Confidence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6601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1"/>
                </a:solidFill>
              </a:rPr>
              <a:t>PROBLEM STATEMENT: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56235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To design and implement an AI-based system that preprocesses news text, extracts features and uses a supervised classifier to label news as real or fake with a confidence score.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03 · LITERATURE SURVEY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Foundations for Fake News Detection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Prior work that informs this project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200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840480"/>
                <a:gridCol w="22860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/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Relevance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15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 et al. (2017)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mining survey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uses content and social context features; early detection is hard.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framing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15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Ahmed, Traore &amp; Saad (2017)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7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N-grams + TF-IDF + linear classifiers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7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text features perform well on a fake news dataset.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7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7B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15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Pérez-Rosas et al. (2018)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Linguistic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and real articles differ in writing style.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text-based detection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15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(2017)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7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LIAR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7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political statements with six truth labels; text alone has limits.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7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awareness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7B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15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Devlin et al. (2019)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embeddings improve language understanding.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enhancement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Observation: fake news research is mature, but lightweight, explainable text classifiers still suit course-level projects where the pipeline must be understood end to end.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04 · RESEARCH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Proposed Work Is Positioned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Reading across existing research and existing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29000" cy="3337560"/>
          </a:xfrm>
          <a:prstGeom prst="roundRect">
            <a:avLst>
              <a:gd name="adj" fmla="val 2192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1"/>
                </a:solidFill>
              </a:rPr>
              <a:t>EXISTING RESEARCH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Deep models such as LSTM and BERT reach strong results on benchmark datasets.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4"/>
                </a:solidFill>
              </a:rPr>
              <a:t>Many need large data and heavy computing, and are harder to explain.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429000" cy="3337560"/>
          </a:xfrm>
          <a:prstGeom prst="roundRect">
            <a:avLst>
              <a:gd name="adj" fmla="val 2192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tx1"/>
                </a:solidFill>
              </a:rPr>
              <a:t>EXISTING TOOLS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Fact-checking sites rely on human reviewers, so coverage is slow and partial.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4"/>
                </a:solidFill>
              </a:rPr>
              <a:t>Basic keyword filters miss new wording and cannot give a confidence score.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0" y="1691640"/>
            <a:ext cx="384048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IDENTIFIED GAP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A focused system can combine: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26974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Clear text preprocessing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TF-IDF feature extraction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An interpretable classifier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Accuracy, precision, recall, F1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A simple web interface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431536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1"/>
                </a:solidFill>
              </a:rPr>
              <a:t>RESEARCH GAP STATEMENT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53949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There is scope for a lightweight, explainable fake news detector that joins text preprocessing, TF-IDF features and a supervised classifier, and reports clear evaluation metrics with a user-friendly interface.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05 · RESEARCH OBJECTIVE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Aims to Achieve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From raw news text to a measurable prediction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2"/>
                </a:solidFill>
              </a:rPr>
              <a:t>PRIMARY OBJECTIVE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Develop an AI system that analyses news text and classifies it as real or fake using machine learning, with measurable accuracy.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3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Collect a labeled real and fake news dataset.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3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Lowercase, remove punctuation and stop words, lemmatize.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83464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8992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3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Convert text to TF-IDF vectors.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3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Train Naive Bayes and Logistic Regression models.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457200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3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Measure accuracy, precision, recall, F1 and confusion matrix.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457200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78992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3"/>
                </a:solidFill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Let users paste news and see the prediction instantly.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06 · PROPOSED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Technology Stack &amp; Algorithm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How a news article travels from input to prediction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74920" y="1600200"/>
            <a:ext cx="22860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749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TRAINING DATA (LABELED NEWS)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0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USER INPUT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News 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2788920"/>
            <a:ext cx="32918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228600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Clean + tokenize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73168" y="2788920"/>
            <a:ext cx="32918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228600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FEATURES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TF-IDF vectors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59168" y="2788920"/>
            <a:ext cx="32918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228600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Naive Bayes / LR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45168" y="2788920"/>
            <a:ext cx="32918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92640" y="2286000"/>
            <a:ext cx="192024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RESULT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Real or Fake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548640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389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 3.x  ·  scikit-learn  ·  pandas  ·  NLTK  ·  Flask or HTML web app  ·  VS Code / Jupyter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Dataset: Kaggle Fake and Real News (about 44,000 labeled articles).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3749040"/>
            <a:ext cx="5303520" cy="2514600"/>
          </a:xfrm>
          <a:prstGeom prst="roundRect">
            <a:avLst>
              <a:gd name="adj" fmla="val 2909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ALGORITHM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4389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TF-IDF + Multinomial Naive Bayes + Logistic Regression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Future option: BERT or LSTM for deeper context, and fact-checking APIs to verify claims.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07 ·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Software, System Requirements &amp; Modules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What is needed to build and run the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SOFTWARE REQUIREMENTS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Python 3.x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scikit-learn, pandas, NumPy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NLTK for text cleaning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Flask or plain HTML interface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VS Code / Jupyter Notebook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SYSTEM REQUIREMENTS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Dual-core processor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4 GB RAM minimum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500 MB free storage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Windows / Linux / macOS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Modern web browser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IMPLEMENTATION MODULES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4688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1.  Data Loader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2.  Preprocessing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3.  Feature Extraction (TF-IDF)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4.  Model Training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5.  Evaluation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6.  Web Interface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660136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1"/>
                </a:solidFill>
              </a:rPr>
              <a:t>CURRENT FOCUS: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56235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Dataset preparation  ·  text preprocessing  ·  model training and evaluation  ·  prediction interface.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Sources Used for Project Framing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5544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K. Shu, A. Sliva, S. Wang, J. Tang and H. Liu, “Fake News Detection on Social Media: A Data Mining Perspective,” ACM SIGKDD Explorations Newsletter, 2017.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67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6771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H. Ahmed, I. Traore and S. Saad, “Detection of Online Fake News Using N-Gram Analysis and Machine Learning Techniques,” ISDDC, Springer, 2017.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80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980944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V. Pérez-Rosas et al., “Automatic Detection of Fake News,” Proc. COLING, 2018.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941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694176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W. Y. Wang, “‘Liar, Liar Pants on Fire’: A New Benchmark Dataset for Fake News Detection,” Proc. ACL, 2017.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07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40740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J. Devlin et al., “BERT: Pre-training of Deep Bidirectional Transformers for Language Understanding,” Proc. NAACL, 2019</a:t>
            </a:r>
            <a:r>
              <a:rPr lang="en-US" sz="1250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keNewsReview">
  <a:themeElements>
    <a:clrScheme name="FakeNewsReview">
      <a:dk1>
        <a:srgbClr val="23262B"/>
      </a:dk1>
      <a:lt1>
        <a:srgbClr val="F7F2EA"/>
      </a:lt1>
      <a:dk2>
        <a:srgbClr val="1F4B43"/>
      </a:dk2>
      <a:lt2>
        <a:srgbClr val="E4D7BF"/>
      </a:lt2>
      <a:accent1>
        <a:srgbClr val="C1571A"/>
      </a:accent1>
      <a:accent2>
        <a:srgbClr val="2E6B60"/>
      </a:accent2>
      <a:accent3>
        <a:srgbClr val="D8C9AC"/>
      </a:accent3>
      <a:accent4>
        <a:srgbClr val="746A5E"/>
      </a:accent4>
      <a:accent5>
        <a:srgbClr val="D7E4DF"/>
      </a:accent5>
      <a:accent6>
        <a:srgbClr val="FFFFFF"/>
      </a:accent6>
      <a:hlink>
        <a:srgbClr val="C1571A"/>
      </a:hlink>
      <a:folHlink>
        <a:srgbClr val="746A5E"/>
      </a:folHlink>
    </a:clrScheme>
    <a:fontScheme name="FakeNews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1110</Words>
  <Application>Microsoft Office PowerPoint</Application>
  <PresentationFormat>Widescreen</PresentationFormat>
  <Paragraphs>187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FakeNewsReview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Fake News Detection System</dc:title>
  <dc:subject>PptxGenJS Presentation</dc:subject>
  <dc:creator>PptxGenJS</dc:creator>
  <cp:lastModifiedBy>DELL</cp:lastModifiedBy>
  <cp:revision>2</cp:revision>
  <dcterms:created xsi:type="dcterms:W3CDTF">2026-10-06T03:03:15Z</dcterms:created>
  <dcterms:modified xsi:type="dcterms:W3CDTF">2026-10-06T03:12:07Z</dcterms:modified>
</cp:coreProperties>
</file>